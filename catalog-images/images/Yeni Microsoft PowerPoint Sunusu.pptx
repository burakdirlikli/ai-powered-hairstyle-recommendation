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97A3-1F87-B300-4FA0-117DD8F3A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CF8F7-B6D2-E60F-9D9E-0B745A33E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6C466-50B2-B991-CBE1-E0DD758E0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E0309-0E87-055B-F19D-D93B8C4B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272AE-7998-BE3E-4D22-43D17746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081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1774-F555-BB42-3031-E42A00410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4A11-6343-E509-CF18-AE787D8FD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DCA7B-34BA-61CC-92C8-F6DB9BC1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75F45-1804-3BA9-427B-78FA7610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5369F-E215-95AB-45DC-C1747FE5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371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2B1E-3333-11E6-D1BC-126312AA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10F7D-2A6E-6BA4-7F10-485F4080D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C8BE0-159E-CCAC-AD36-614AB877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72968-152A-1877-4223-3364A887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409BB-AD8C-2CCA-C89F-4090678D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742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8FD2-84CF-E36B-93B9-33AB085B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ECCC0-E90E-3A53-4527-52A5E60E5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485D8-297F-F325-92E3-CC6D0711C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01FC0-804A-D29E-4781-D05273981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3CE80-FF22-2E21-69E5-D3F2CADC8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96E51-CB45-A8DB-4083-C595973F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686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4BDD-6822-23EC-57F6-6AAC2D14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F3042-F313-18AD-FB78-DBEEC4DA9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E462B-749B-79DE-5241-5F6B3894B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57126-DAA0-DB35-F449-DF9094CE5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31291F-E05D-209B-60FE-A9B4106B6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90FC96-EFBD-68E9-63AE-9974786C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2E6BD0-D3ED-C68B-84D5-AB9F9A72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1B3B0-3CE5-1A81-296F-E6B6B3F1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130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DDF0E-1D2F-AFBF-7B87-C6CD146A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37BA6-637B-F9AD-3D5B-1839406B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B2A673-EEBE-0274-1B15-66B139A3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D5B54-31F5-6143-192D-C0DD74F7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880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6473E-48F0-0356-DA9B-F629B48C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9242F-F8BA-EF7E-590E-34E1C036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75EC1-D58A-7555-2705-11B70B89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906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1CD0-CAF2-60C0-922F-955AB485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25F4D-3019-6EE5-BD18-73F20B981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E7E89-1592-0A7F-8E7B-A2FB66470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F683C-5A58-5DBE-470A-3EBEB0376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CAB5E-9718-467C-CB53-65E812FC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A89C8-66A5-4860-5E30-EACBCFD80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2614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B826-E0F8-7FE7-35CE-7055E458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87B478-9BCA-360D-9208-B24C9AD75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51A61-A1D6-80B3-EC19-D9E1E25E0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E900E-43B2-6D6E-3424-74DFB42F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E9002-CDC5-C2DB-8AFB-C6CCD025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027E0-BEB6-EFC8-0408-FACBE21C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043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5C3C-2389-2E73-E7DD-EEF5F4D04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C108D-110F-191D-B95C-FE461A09E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6E493-01D2-7432-9542-AF1DB80DD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19B60-1428-9051-A699-C1B4654D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DF17B-8B61-9FC2-9C70-7403B7AF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693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F2ED9-0DED-BAEC-95E3-037E4FB5E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690F2-9BEB-ABF4-0142-CD4FCB698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D96A-0106-43E1-89BF-9186D764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1D83-A184-AADE-01F4-4703AD20A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677AE-D217-6CD5-4BF1-2E1A52D0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3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CEE87-3BBB-BFB3-EBCE-50E665356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BE655-B27A-1573-7527-3591A2553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BC073-1391-4D84-C7F1-E504FBEC6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FC50E-D192-48DB-ACAC-7370FACBF80A}" type="datetimeFigureOut">
              <a:rPr lang="tr-TR" smtClean="0"/>
              <a:t>14.05.2026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EA1D1-B1CB-9426-9121-3982CDC04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A2519-C062-3A03-BF8D-E2724299A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158E-74F2-4358-8FFB-E5F8C793D7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1059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2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7B8825F0-D57F-7404-9075-F0F44FBB8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1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Durmus Dirlikli</dc:creator>
  <cp:lastModifiedBy>Durmus Dirlikli</cp:lastModifiedBy>
  <cp:revision>3</cp:revision>
  <dcterms:created xsi:type="dcterms:W3CDTF">2026-05-13T13:03:47Z</dcterms:created>
  <dcterms:modified xsi:type="dcterms:W3CDTF">2026-05-14T09:47:51Z</dcterms:modified>
</cp:coreProperties>
</file>